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3A · 5 MIN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71500" y="882253"/>
            <a:ext cx="8001000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Inventory API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571500" y="1922338"/>
            <a:ext cx="4286250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shop shelf with an address for every question.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1500" y="4382691"/>
            <a:ext cx="6000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Node.js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400175" y="4382691"/>
            <a:ext cx="6000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Express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228850" y="4382691"/>
            <a:ext cx="2571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Three questions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1593056"/>
            <a:ext cx="1864519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F5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r>
              <a:rPr lang="en-US" sz="12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many are left?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600825" y="1518047"/>
            <a:ext cx="1971675" cy="36075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6600825" y="1518047"/>
            <a:ext cx="1971675" cy="360759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/api/products/1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475309"/>
            <a:ext cx="2918222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F5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r>
              <a:rPr lang="en-US" sz="12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Biscuits are at 3. Threshold is 5.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0" y="2400300"/>
            <a:ext cx="1714500" cy="36075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0" y="2400300"/>
            <a:ext cx="1714500" cy="360759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"lowStock": true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1500" y="3357563"/>
            <a:ext cx="1485900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F5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r>
              <a:rPr lang="en-US" sz="12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a sale.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0" y="3282553"/>
            <a:ext cx="1714500" cy="36075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3282553"/>
            <a:ext cx="1714500" cy="360759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"change": -3 }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Sell 3 bottles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518047"/>
            <a:ext cx="3714750" cy="95011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518047"/>
            <a:ext cx="3714750" cy="950119"/>
          </a:xfrm>
          <a:prstGeom prst="rect">
            <a:avLst/>
          </a:prstGeom>
          <a:noFill/>
          <a:ln/>
        </p:spPr>
        <p:txBody>
          <a:bodyPr wrap="square" lIns="340233" tIns="340233" rIns="340233" bIns="340233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PATCH /api/products/1/stock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"change": -3 }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696766"/>
            <a:ext cx="3714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minus is a sale, plus is a delivery, zero is rejected.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36394" y="2453878"/>
            <a:ext cx="1078706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200" b="1" dirty="0">
                <a:solidFill>
                  <a:srgbClr val="005F5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47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5436394" y="3425428"/>
            <a:ext cx="2382441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50 · 200 · lowStock false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Five layers. One job each.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1403747"/>
            <a:ext cx="34290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F5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 Route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71500" y="1607344"/>
            <a:ext cx="3429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PATCH /products/1/stock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057400"/>
            <a:ext cx="34290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F5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 Check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1500" y="2260997"/>
            <a:ext cx="3429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 0, 1.5, and "5"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2711053"/>
            <a:ext cx="34290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F5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Controller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1500" y="2914650"/>
            <a:ext cx="3429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request, send the reply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1500" y="3364706"/>
            <a:ext cx="34290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F5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 Service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1500" y="3568303"/>
            <a:ext cx="3429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if the shelf can spare them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1500" y="4018359"/>
            <a:ext cx="34290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F5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Repository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1500" y="4221956"/>
            <a:ext cx="3429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only write to the Map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29125" y="1403747"/>
            <a:ext cx="4143375" cy="12287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/>
          <p:nvPr/>
        </p:nvSpPr>
        <p:spPr>
          <a:xfrm>
            <a:off x="4429125" y="1403747"/>
            <a:ext cx="4143375" cy="1228725"/>
          </a:xfrm>
          <a:prstGeom prst="rect">
            <a:avLst/>
          </a:prstGeom>
          <a:noFill/>
          <a:ln/>
        </p:spPr>
        <p:txBody>
          <a:bodyPr wrap="square" lIns="272161" tIns="272161" rIns="272161" bIns="272161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 nextQuantity = product.quantity + change; if (nextQuantity &lt; 0) { throw new AppError( `Not enough stock. Available: ${product.quantity}`, 400 ); }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Four refusals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1553766"/>
            <a:ext cx="38576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F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864519"/>
            <a:ext cx="3429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 left, someone asks for 500. Quantity stays 47.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1500" y="2519958"/>
            <a:ext cx="3857625" cy="3250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2519958"/>
            <a:ext cx="3857625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enough stock. Available: 47, requested: 500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714875" y="1553766"/>
            <a:ext cx="38576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F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14875" y="1864519"/>
            <a:ext cx="3429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Selling the last 3 biscuits is allowed. Zero is valid.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14875" y="2519958"/>
            <a:ext cx="3857625" cy="3250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8"/>
          <p:cNvSpPr/>
          <p:nvPr/>
        </p:nvSpPr>
        <p:spPr>
          <a:xfrm>
            <a:off x="4714875" y="2519958"/>
            <a:ext cx="3857625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quantity: 0 lowStock: true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71500" y="3280767"/>
            <a:ext cx="38576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F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409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1500" y="3591520"/>
            <a:ext cx="3429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"drinks" is the same name as Drinks.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1500" y="4246959"/>
            <a:ext cx="3857625" cy="3250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4246959"/>
            <a:ext cx="3857625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Category name "drinks" already exists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14875" y="3280767"/>
            <a:ext cx="38576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F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409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14875" y="3591520"/>
            <a:ext cx="3429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Drinks still has water and juice.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14875" y="4246959"/>
            <a:ext cx="3857625" cy="3250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6"/>
          <p:cNvSpPr/>
          <p:nvPr/>
        </p:nvSpPr>
        <p:spPr>
          <a:xfrm>
            <a:off x="4714875" y="4246959"/>
            <a:ext cx="3857625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 still has 2 product(s)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7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shelf is a Map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1403747"/>
            <a:ext cx="2976600" cy="425053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Bottled Water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548100" y="1403747"/>
            <a:ext cx="569937" cy="425053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118037" y="1403747"/>
            <a:ext cx="2670479" cy="425053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 10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788516" y="1403747"/>
            <a:ext cx="1783984" cy="425053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F5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 stock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" y="1828800"/>
            <a:ext cx="2976600" cy="428625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Orange Juice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548100" y="1828800"/>
            <a:ext cx="569937" cy="428625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8037" y="1828800"/>
            <a:ext cx="2670479" cy="428625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 10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788516" y="1828800"/>
            <a:ext cx="1783984" cy="428625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F5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" y="2257425"/>
            <a:ext cx="2976600" cy="428625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Biscuits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548100" y="2257425"/>
            <a:ext cx="569937" cy="428625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118037" y="2257425"/>
            <a:ext cx="2670479" cy="428625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 5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788516" y="2257425"/>
            <a:ext cx="1783984" cy="428625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F5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1500" y="3089672"/>
            <a:ext cx="80010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stock means quantity &lt;= threshold. Restart reloads this shelf.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71500" y="3550444"/>
            <a:ext cx="8001000" cy="102512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3550444"/>
            <a:ext cx="8001000" cy="1025128"/>
          </a:xfrm>
          <a:prstGeom prst="rect">
            <a:avLst/>
          </a:prstGeom>
          <a:noFill/>
          <a:ln/>
        </p:spPr>
        <p:txBody>
          <a:bodyPr wrap="square" lIns="272161" tIns="272161" rIns="272161" bIns="272161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 products = new Map();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products.set(1, { name: "Bottled Water", quantity: 50 });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products.get(1);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57175"/>
            <a:ext cx="8458200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Four calls. Fresh server.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42900" y="740048"/>
            <a:ext cx="8458200" cy="51077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42913" y="825773"/>
            <a:ext cx="8258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5F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GET /api/products/low-stock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42913" y="1011510"/>
            <a:ext cx="825817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juice and biscuits, lowStock true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42900" y="1336551"/>
            <a:ext cx="8458200" cy="51077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442913" y="1422276"/>
            <a:ext cx="8258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5F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PATCH /api/products/1/stock { "change": -3 }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42913" y="1608013"/>
            <a:ext cx="825817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 becomes 47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42900" y="1933054"/>
            <a:ext cx="8458200" cy="51077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8"/>
          <p:cNvSpPr/>
          <p:nvPr/>
        </p:nvSpPr>
        <p:spPr>
          <a:xfrm>
            <a:off x="442913" y="2018779"/>
            <a:ext cx="8258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5F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PATCH /api/products/1/stock { "change": -500 }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42913" y="2204517"/>
            <a:ext cx="825817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400, quantity stays 47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42900" y="2529557"/>
            <a:ext cx="8458200" cy="51077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1"/>
          <p:cNvSpPr/>
          <p:nvPr/>
        </p:nvSpPr>
        <p:spPr>
          <a:xfrm>
            <a:off x="442913" y="2615282"/>
            <a:ext cx="8258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5F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DELETE /api/categories/1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42913" y="2801020"/>
            <a:ext cx="825817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409, category still has products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42900" y="4657725"/>
            <a:ext cx="8458200" cy="228600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/low-stock is registered above /:id, or Express treats "low-stock" as an id.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90191"/>
            <a:ext cx="8001000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Routes match.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571500" y="1544501"/>
            <a:ext cx="8001000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Services decide.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571500" y="2098811"/>
            <a:ext cx="8001000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11111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repository stores.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571500" y="3253197"/>
            <a:ext cx="8001000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shelf can say no, and say why.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71500" y="3806837"/>
            <a:ext cx="80010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5F5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2026-10-28T12:31:46Z</dcterms:created>
  <dcterms:modified xsi:type="dcterms:W3CDTF">2026-10-28T12:31:46Z</dcterms:modified>
</cp:coreProperties>
</file>